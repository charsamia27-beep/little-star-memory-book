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eo Tech Bold" charset="1" panose="020B0804030504040204"/>
      <p:regular r:id="rId18"/>
    </p:embeddedFont>
    <p:embeddedFont>
      <p:font typeface="Koho Bold" charset="1" panose="00000800000000000000"/>
      <p:regular r:id="rId19"/>
    </p:embeddedFont>
    <p:embeddedFont>
      <p:font typeface="Koho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21704" y="2402993"/>
            <a:ext cx="10169694" cy="308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33"/>
              </a:lnSpc>
            </a:pPr>
            <a:r>
              <a:rPr lang="en-US" b="true" sz="9941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LITTLE STAR MEMORY BOOK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1704" y="6938471"/>
            <a:ext cx="10738439" cy="820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3"/>
              </a:lnSpc>
            </a:pPr>
            <a:r>
              <a:rPr lang="en-US" b="true" sz="2827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A Database-Driven Web Application for Storing and Displaying Emotional Memories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1067">
            <a:off x="-1812924" y="4400378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94558" y="781733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96575" y="1488837"/>
            <a:ext cx="10894849" cy="123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PROJECT SUMMARY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7720815">
            <a:off x="-5386022" y="56356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0341117" y="-1585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09613" y="3950589"/>
            <a:ext cx="8868773" cy="359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This is a digital memory storage website where users can write and save love letters.</a:t>
            </a:r>
          </a:p>
          <a:p>
            <a:pPr algn="just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Instead of keeping memories on paper, users can securely store them in a database.</a:t>
            </a:r>
          </a:p>
          <a:p>
            <a:pPr algn="just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The system provides:</a:t>
            </a:r>
          </a:p>
          <a:p>
            <a:pPr algn="just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Letter writing feature</a:t>
            </a:r>
          </a:p>
          <a:p>
            <a:pPr algn="just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Data saving system</a:t>
            </a:r>
          </a:p>
          <a:p>
            <a:pPr algn="just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Letter viewing page</a:t>
            </a:r>
          </a:p>
          <a:p>
            <a:pPr algn="just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Attractive user interface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3809" y="1685119"/>
            <a:ext cx="10894849" cy="123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42726" y="3145954"/>
            <a:ext cx="4230126" cy="519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The main objectives of this project are: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create a digital memory book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implement database connectivity using MySQL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perform CRUD-related operations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design a responsive and user-friendly interface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improve practical knowledge of database systems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3207360" y="-508674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3"/>
                </a:lnTo>
                <a:lnTo>
                  <a:pt x="7161169" y="10230243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3885569">
            <a:off x="15560500" y="4143179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69" y="10230242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29407" y="3866959"/>
            <a:ext cx="4656668" cy="319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Problem Statement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Traditional methods of preserving memories are scattered across physical locations and digital devices, making them vulnerable to loss, damage, or deterioration over time.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9502" y="3866959"/>
            <a:ext cx="4656668" cy="319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Background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There is a growing need to preserve emotional memories digitally in an organized, accessible way. Love letters, baby photos, and family moments deserve a secure digital home.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53809" y="7660195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09074" y="7660195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69" y="0"/>
                </a:lnTo>
                <a:lnTo>
                  <a:pt x="679169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7221231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384810" y="239737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70868" y="4464212"/>
            <a:ext cx="622143" cy="758917"/>
          </a:xfrm>
          <a:custGeom>
            <a:avLst/>
            <a:gdLst/>
            <a:ahLst/>
            <a:cxnLst/>
            <a:rect r="r" b="b" t="t" l="l"/>
            <a:pathLst>
              <a:path h="758917" w="622143">
                <a:moveTo>
                  <a:pt x="0" y="0"/>
                </a:moveTo>
                <a:lnTo>
                  <a:pt x="622142" y="0"/>
                </a:lnTo>
                <a:lnTo>
                  <a:pt x="622142" y="758917"/>
                </a:lnTo>
                <a:lnTo>
                  <a:pt x="0" y="758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6389" y="1587629"/>
            <a:ext cx="9615222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9"/>
              </a:lnSpc>
            </a:pPr>
            <a:r>
              <a:rPr lang="en-US" b="true" sz="7500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REQUIREMENT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99596" y="4033287"/>
            <a:ext cx="10580784" cy="479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This project contains both functional and non-functional requirements.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Functional requirements include: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Writing letters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Saving letters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Viewing saved letters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Returning to homepage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Non-functional requirements include: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Security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Responsive design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Fast performance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User-friendly interface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617258" y="5999845"/>
            <a:ext cx="719483" cy="831668"/>
          </a:xfrm>
          <a:custGeom>
            <a:avLst/>
            <a:gdLst/>
            <a:ahLst/>
            <a:cxnLst/>
            <a:rect r="r" b="b" t="t" l="l"/>
            <a:pathLst>
              <a:path h="831668" w="719483">
                <a:moveTo>
                  <a:pt x="0" y="0"/>
                </a:moveTo>
                <a:lnTo>
                  <a:pt x="719483" y="0"/>
                </a:lnTo>
                <a:lnTo>
                  <a:pt x="719483" y="831669"/>
                </a:lnTo>
                <a:lnTo>
                  <a:pt x="0" y="8316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45621" y="7609094"/>
            <a:ext cx="832310" cy="837057"/>
          </a:xfrm>
          <a:custGeom>
            <a:avLst/>
            <a:gdLst/>
            <a:ahLst/>
            <a:cxnLst/>
            <a:rect r="r" b="b" t="t" l="l"/>
            <a:pathLst>
              <a:path h="837057" w="832310">
                <a:moveTo>
                  <a:pt x="0" y="0"/>
                </a:moveTo>
                <a:lnTo>
                  <a:pt x="832310" y="0"/>
                </a:lnTo>
                <a:lnTo>
                  <a:pt x="832310" y="837057"/>
                </a:lnTo>
                <a:lnTo>
                  <a:pt x="0" y="8370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3809" y="1704169"/>
            <a:ext cx="10894849" cy="107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69"/>
              </a:lnSpc>
            </a:pPr>
            <a:r>
              <a:rPr lang="en-US" b="true" sz="6552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SYSTEM DESIGN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42726" y="5265039"/>
            <a:ext cx="4230126" cy="359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Workflow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User opens homepage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Writes letter or uploads photo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PHP processes form data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Data inserted into MySQL database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User views saved letters/photos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3207360" y="-508674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3"/>
                </a:lnTo>
                <a:lnTo>
                  <a:pt x="7161169" y="10230243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3885569">
            <a:off x="15560500" y="4143179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69" y="10230242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29407" y="3866959"/>
            <a:ext cx="4656668" cy="239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Database Layer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MySQL stores all data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LOVE_LETTERS table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UPLOAD_PHOTOS table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Persistent storage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Data retrieval queries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9502" y="3866959"/>
            <a:ext cx="4656668" cy="279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Architecture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Presentation: HTML, CSS, JavaScript for user interface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Application: PHP handles forms, uploads, DB operations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Database: MySQL stores letters and photos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53809" y="7660195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09074" y="7660195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69" y="0"/>
                </a:lnTo>
                <a:lnTo>
                  <a:pt x="679169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61649" y="4391102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6048" y="3785953"/>
            <a:ext cx="10894849" cy="4698362"/>
            <a:chOff x="0" y="0"/>
            <a:chExt cx="971835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1835" cy="419100"/>
            </a:xfrm>
            <a:custGeom>
              <a:avLst/>
              <a:gdLst/>
              <a:ahLst/>
              <a:cxnLst/>
              <a:rect r="r" b="b" t="t" l="l"/>
              <a:pathLst>
                <a:path h="419100" w="971835">
                  <a:moveTo>
                    <a:pt x="0" y="0"/>
                  </a:moveTo>
                  <a:lnTo>
                    <a:pt x="971835" y="0"/>
                  </a:lnTo>
                  <a:lnTo>
                    <a:pt x="971835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05F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1835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-4714869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27026" y="3012870"/>
            <a:ext cx="10658113" cy="6244528"/>
            <a:chOff x="0" y="0"/>
            <a:chExt cx="1532070" cy="8976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2070" cy="897631"/>
            </a:xfrm>
            <a:custGeom>
              <a:avLst/>
              <a:gdLst/>
              <a:ahLst/>
              <a:cxnLst/>
              <a:rect r="r" b="b" t="t" l="l"/>
              <a:pathLst>
                <a:path h="897631" w="1532070">
                  <a:moveTo>
                    <a:pt x="16707" y="0"/>
                  </a:moveTo>
                  <a:lnTo>
                    <a:pt x="1515363" y="0"/>
                  </a:lnTo>
                  <a:cubicBezTo>
                    <a:pt x="1519794" y="0"/>
                    <a:pt x="1524044" y="1760"/>
                    <a:pt x="1527177" y="4893"/>
                  </a:cubicBezTo>
                  <a:cubicBezTo>
                    <a:pt x="1530310" y="8026"/>
                    <a:pt x="1532070" y="12276"/>
                    <a:pt x="1532070" y="16707"/>
                  </a:cubicBezTo>
                  <a:lnTo>
                    <a:pt x="1532070" y="880924"/>
                  </a:lnTo>
                  <a:cubicBezTo>
                    <a:pt x="1532070" y="890151"/>
                    <a:pt x="1524590" y="897631"/>
                    <a:pt x="1515363" y="897631"/>
                  </a:cubicBezTo>
                  <a:lnTo>
                    <a:pt x="16707" y="897631"/>
                  </a:lnTo>
                  <a:cubicBezTo>
                    <a:pt x="12276" y="897631"/>
                    <a:pt x="8026" y="895871"/>
                    <a:pt x="4893" y="892738"/>
                  </a:cubicBezTo>
                  <a:cubicBezTo>
                    <a:pt x="1760" y="889605"/>
                    <a:pt x="0" y="885355"/>
                    <a:pt x="0" y="880924"/>
                  </a:cubicBezTo>
                  <a:lnTo>
                    <a:pt x="0" y="16707"/>
                  </a:lnTo>
                  <a:cubicBezTo>
                    <a:pt x="0" y="12276"/>
                    <a:pt x="1760" y="8026"/>
                    <a:pt x="4893" y="4893"/>
                  </a:cubicBezTo>
                  <a:cubicBezTo>
                    <a:pt x="8026" y="1760"/>
                    <a:pt x="12276" y="0"/>
                    <a:pt x="16707" y="0"/>
                  </a:cubicBezTo>
                  <a:close/>
                </a:path>
              </a:pathLst>
            </a:custGeom>
            <a:blipFill>
              <a:blip r:embed="rId4"/>
              <a:stretch>
                <a:fillRect l="-291" t="0" r="-29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002861" y="357187"/>
            <a:ext cx="8282278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49"/>
              </a:lnSpc>
            </a:pPr>
            <a:r>
              <a:rPr lang="en-US" b="true" sz="7500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ER DIAGRAM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8596510">
            <a:off x="11034248" y="-140477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6048" y="3785953"/>
            <a:ext cx="10894849" cy="4698362"/>
            <a:chOff x="0" y="0"/>
            <a:chExt cx="971835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1835" cy="419100"/>
            </a:xfrm>
            <a:custGeom>
              <a:avLst/>
              <a:gdLst/>
              <a:ahLst/>
              <a:cxnLst/>
              <a:rect r="r" b="b" t="t" l="l"/>
              <a:pathLst>
                <a:path h="419100" w="971835">
                  <a:moveTo>
                    <a:pt x="0" y="0"/>
                  </a:moveTo>
                  <a:lnTo>
                    <a:pt x="971835" y="0"/>
                  </a:lnTo>
                  <a:lnTo>
                    <a:pt x="971835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05F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1835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-4714869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994800" y="3238170"/>
            <a:ext cx="9149297" cy="5793929"/>
            <a:chOff x="0" y="0"/>
            <a:chExt cx="1417465" cy="8976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7466" cy="897631"/>
            </a:xfrm>
            <a:custGeom>
              <a:avLst/>
              <a:gdLst/>
              <a:ahLst/>
              <a:cxnLst/>
              <a:rect r="r" b="b" t="t" l="l"/>
              <a:pathLst>
                <a:path h="897631" w="1417466">
                  <a:moveTo>
                    <a:pt x="19462" y="0"/>
                  </a:moveTo>
                  <a:lnTo>
                    <a:pt x="1398003" y="0"/>
                  </a:lnTo>
                  <a:cubicBezTo>
                    <a:pt x="1408752" y="0"/>
                    <a:pt x="1417466" y="8713"/>
                    <a:pt x="1417466" y="19462"/>
                  </a:cubicBezTo>
                  <a:lnTo>
                    <a:pt x="1417466" y="878169"/>
                  </a:lnTo>
                  <a:cubicBezTo>
                    <a:pt x="1417466" y="888918"/>
                    <a:pt x="1408752" y="897631"/>
                    <a:pt x="1398003" y="897631"/>
                  </a:cubicBezTo>
                  <a:lnTo>
                    <a:pt x="19462" y="897631"/>
                  </a:lnTo>
                  <a:cubicBezTo>
                    <a:pt x="8713" y="897631"/>
                    <a:pt x="0" y="888918"/>
                    <a:pt x="0" y="878169"/>
                  </a:cubicBezTo>
                  <a:lnTo>
                    <a:pt x="0" y="19462"/>
                  </a:lnTo>
                  <a:cubicBezTo>
                    <a:pt x="0" y="8713"/>
                    <a:pt x="8713" y="0"/>
                    <a:pt x="1946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3" r="0" b="-43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18714" y="-96702"/>
            <a:ext cx="8282278" cy="23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43"/>
              </a:lnSpc>
            </a:pPr>
            <a:r>
              <a:rPr lang="en-US" b="true" sz="7494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DATABASE SCHEMA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8596510">
            <a:off x="11034248" y="-140477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96116" y="3392630"/>
            <a:ext cx="9792254" cy="6254802"/>
          </a:xfrm>
          <a:custGeom>
            <a:avLst/>
            <a:gdLst/>
            <a:ahLst/>
            <a:cxnLst/>
            <a:rect r="r" b="b" t="t" l="l"/>
            <a:pathLst>
              <a:path h="6254802" w="9792254">
                <a:moveTo>
                  <a:pt x="0" y="0"/>
                </a:moveTo>
                <a:lnTo>
                  <a:pt x="9792254" y="0"/>
                </a:lnTo>
                <a:lnTo>
                  <a:pt x="9792254" y="6254802"/>
                </a:lnTo>
                <a:lnTo>
                  <a:pt x="0" y="6254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6048" y="1974386"/>
            <a:ext cx="10894849" cy="123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43"/>
              </a:lnSpc>
            </a:pPr>
            <a:r>
              <a:rPr lang="en-US" b="true" sz="7494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USE CASE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7760" y="2805936"/>
            <a:ext cx="8892480" cy="6091349"/>
          </a:xfrm>
          <a:custGeom>
            <a:avLst/>
            <a:gdLst/>
            <a:ahLst/>
            <a:cxnLst/>
            <a:rect r="r" b="b" t="t" l="l"/>
            <a:pathLst>
              <a:path h="6091349" w="8892480">
                <a:moveTo>
                  <a:pt x="0" y="0"/>
                </a:moveTo>
                <a:lnTo>
                  <a:pt x="8892480" y="0"/>
                </a:lnTo>
                <a:lnTo>
                  <a:pt x="8892480" y="6091348"/>
                </a:lnTo>
                <a:lnTo>
                  <a:pt x="0" y="6091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7208"/>
            <a:ext cx="10894849" cy="123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43"/>
              </a:lnSpc>
            </a:pPr>
            <a:r>
              <a:rPr lang="en-US" b="true" sz="7494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SEQUENCE DIAGRAM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7221231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384810" y="239737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72442" y="4401471"/>
            <a:ext cx="804320" cy="955806"/>
          </a:xfrm>
          <a:custGeom>
            <a:avLst/>
            <a:gdLst/>
            <a:ahLst/>
            <a:cxnLst/>
            <a:rect r="r" b="b" t="t" l="l"/>
            <a:pathLst>
              <a:path h="955806" w="804320">
                <a:moveTo>
                  <a:pt x="0" y="0"/>
                </a:moveTo>
                <a:lnTo>
                  <a:pt x="804320" y="0"/>
                </a:lnTo>
                <a:lnTo>
                  <a:pt x="804320" y="955807"/>
                </a:lnTo>
                <a:lnTo>
                  <a:pt x="0" y="955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6389" y="1587629"/>
            <a:ext cx="9615222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9"/>
              </a:lnSpc>
            </a:pPr>
            <a:r>
              <a:rPr lang="en-US" b="true" sz="7500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CHALLENGES &amp; LIMITATIONS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41851" y="4430046"/>
            <a:ext cx="14178595" cy="3216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7"/>
              </a:lnSpc>
            </a:pPr>
            <a:r>
              <a:rPr lang="en-US" sz="3752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Some challenges we faced:</a:t>
            </a:r>
          </a:p>
          <a:p>
            <a:pPr algn="l">
              <a:lnSpc>
                <a:spcPts val="4277"/>
              </a:lnSpc>
            </a:pPr>
            <a:r>
              <a:rPr lang="en-US" sz="3752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Database connection errors</a:t>
            </a:r>
          </a:p>
          <a:p>
            <a:pPr algn="l">
              <a:lnSpc>
                <a:spcPts val="4277"/>
              </a:lnSpc>
            </a:pPr>
            <a:r>
              <a:rPr lang="en-US" sz="3752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Form validation issues</a:t>
            </a:r>
          </a:p>
          <a:p>
            <a:pPr algn="l">
              <a:lnSpc>
                <a:spcPts val="4277"/>
              </a:lnSpc>
            </a:pPr>
            <a:r>
              <a:rPr lang="en-US" sz="3752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Responsive design adjustments</a:t>
            </a:r>
          </a:p>
          <a:p>
            <a:pPr algn="l">
              <a:lnSpc>
                <a:spcPts val="4277"/>
              </a:lnSpc>
            </a:pPr>
          </a:p>
          <a:p>
            <a:pPr algn="l" marL="0" indent="0" lvl="0">
              <a:lnSpc>
                <a:spcPts val="427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580638" y="6057839"/>
            <a:ext cx="809859" cy="643244"/>
          </a:xfrm>
          <a:custGeom>
            <a:avLst/>
            <a:gdLst/>
            <a:ahLst/>
            <a:cxnLst/>
            <a:rect r="r" b="b" t="t" l="l"/>
            <a:pathLst>
              <a:path h="643244" w="809859">
                <a:moveTo>
                  <a:pt x="0" y="0"/>
                </a:moveTo>
                <a:lnTo>
                  <a:pt x="809859" y="0"/>
                </a:lnTo>
                <a:lnTo>
                  <a:pt x="809859" y="643243"/>
                </a:lnTo>
                <a:lnTo>
                  <a:pt x="0" y="643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71359" y="7497748"/>
            <a:ext cx="979357" cy="835718"/>
          </a:xfrm>
          <a:custGeom>
            <a:avLst/>
            <a:gdLst/>
            <a:ahLst/>
            <a:cxnLst/>
            <a:rect r="r" b="b" t="t" l="l"/>
            <a:pathLst>
              <a:path h="835718" w="979357">
                <a:moveTo>
                  <a:pt x="0" y="0"/>
                </a:moveTo>
                <a:lnTo>
                  <a:pt x="979357" y="0"/>
                </a:lnTo>
                <a:lnTo>
                  <a:pt x="979357" y="835718"/>
                </a:lnTo>
                <a:lnTo>
                  <a:pt x="0" y="8357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149532">
            <a:off x="-3580585" y="4143179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29211">
            <a:off x="14707415" y="-4280324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0617" y="3826707"/>
            <a:ext cx="4982576" cy="5068483"/>
          </a:xfrm>
          <a:custGeom>
            <a:avLst/>
            <a:gdLst/>
            <a:ahLst/>
            <a:cxnLst/>
            <a:rect r="r" b="b" t="t" l="l"/>
            <a:pathLst>
              <a:path h="5068483" w="4982576">
                <a:moveTo>
                  <a:pt x="0" y="0"/>
                </a:moveTo>
                <a:lnTo>
                  <a:pt x="4982576" y="0"/>
                </a:lnTo>
                <a:lnTo>
                  <a:pt x="4982576" y="5068483"/>
                </a:lnTo>
                <a:lnTo>
                  <a:pt x="0" y="506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22883" y="1246437"/>
            <a:ext cx="10894849" cy="23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FUTURE IMPROVEMENTS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70308" y="5098643"/>
            <a:ext cx="8975409" cy="199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User login system</a:t>
            </a:r>
          </a:p>
          <a:p>
            <a:pPr algn="l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Image upload feature</a:t>
            </a:r>
          </a:p>
          <a:p>
            <a:pPr algn="l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Music customization</a:t>
            </a:r>
          </a:p>
          <a:p>
            <a:pPr algn="l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Cloud database hosting</a:t>
            </a:r>
          </a:p>
          <a:p>
            <a:pPr algn="l" marL="0" indent="0" lvl="0">
              <a:lnSpc>
                <a:spcPts val="3189"/>
              </a:lnSpc>
            </a:pPr>
            <a:r>
              <a:rPr lang="en-US" sz="2798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Mobile application version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22833" y="3629195"/>
            <a:ext cx="9842334" cy="208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61"/>
              </a:lnSpc>
            </a:pPr>
            <a:r>
              <a:rPr lang="en-US" b="true" sz="12597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61309" y="5401099"/>
            <a:ext cx="8365383" cy="61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8"/>
              </a:lnSpc>
            </a:pPr>
            <a:r>
              <a:rPr lang="en-US" b="true" sz="2112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Little Star Memory Book demonstrates database-driven web concepts</a:t>
            </a:r>
          </a:p>
          <a:p>
            <a:pPr algn="ctr" marL="0" indent="0" lvl="0">
              <a:lnSpc>
                <a:spcPts val="2408"/>
              </a:lnSpc>
            </a:pPr>
            <a:r>
              <a:rPr lang="en-US" b="true" sz="2112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Questions &amp; Feedback Welcome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1067">
            <a:off x="-1812924" y="4400378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94558" y="781733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DAHJnWtZefQ</dc:identifier>
  <dcterms:modified xsi:type="dcterms:W3CDTF">2011-08-01T06:04:30Z</dcterms:modified>
  <cp:revision>1</cp:revision>
  <dc:title>Little Star Memory Book Overview</dc:title>
</cp:coreProperties>
</file>